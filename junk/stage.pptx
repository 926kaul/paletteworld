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microsoft.com/office/2007/relationships/hdphoto" Target="../media/hdphoto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7" Type="http://schemas.microsoft.com/office/2007/relationships/hdphoto" Target="../media/hdphoto1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0.wdp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  <p:pic>
        <p:nvPicPr>
          <p:cNvPr id="1026" name="Picture 2" descr="Solar System Miniature - Official Eternal Return Wiki">
            <a:extLst>
              <a:ext uri="{FF2B5EF4-FFF2-40B4-BE49-F238E27FC236}">
                <a16:creationId xmlns:a16="http://schemas.microsoft.com/office/drawing/2014/main" id="{537B4F72-07DA-2A7A-97BF-15485B19C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65" y="1786663"/>
            <a:ext cx="243840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생성된 이미지">
            <a:extLst>
              <a:ext uri="{FF2B5EF4-FFF2-40B4-BE49-F238E27FC236}">
                <a16:creationId xmlns:a16="http://schemas.microsoft.com/office/drawing/2014/main" id="{BF1AEBE8-02DC-099E-F148-D1906778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143" y="4469538"/>
            <a:ext cx="2217235" cy="221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3CE0D7-7C1A-2BAC-2E6E-C8308F952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07" y="3429000"/>
            <a:ext cx="2822571" cy="282257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618EF0-A7D4-C29C-60DF-93B09501A94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85756" y="336067"/>
            <a:ext cx="1514897" cy="151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 Light Circle, Fire, Light, Circle PNG Transparent Image and Clipart  for Free Download">
            <a:extLst>
              <a:ext uri="{FF2B5EF4-FFF2-40B4-BE49-F238E27FC236}">
                <a16:creationId xmlns:a16="http://schemas.microsoft.com/office/drawing/2014/main" id="{F7013D8A-4358-5E52-6D39-03AFD5536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09" y="138546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원형: 비어 있음 1">
            <a:extLst>
              <a:ext uri="{FF2B5EF4-FFF2-40B4-BE49-F238E27FC236}">
                <a16:creationId xmlns:a16="http://schemas.microsoft.com/office/drawing/2014/main" id="{E10091F2-DAF9-F1F5-57ED-5F4363A18988}"/>
              </a:ext>
            </a:extLst>
          </p:cNvPr>
          <p:cNvSpPr/>
          <p:nvPr/>
        </p:nvSpPr>
        <p:spPr>
          <a:xfrm>
            <a:off x="2313316" y="3902898"/>
            <a:ext cx="2515385" cy="2515385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10+ Thousand Snake Eye Vector Royalty-Free Images, Stock Photos &amp; Pictures  | Shutterstock">
            <a:extLst>
              <a:ext uri="{FF2B5EF4-FFF2-40B4-BE49-F238E27FC236}">
                <a16:creationId xmlns:a16="http://schemas.microsoft.com/office/drawing/2014/main" id="{3D3590DB-093E-A6BE-970B-267BED97A1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4286" b="83929" l="16731" r="84231">
                        <a14:foregroundMark x1="19038" y1="57143" x2="16731" y2="57500"/>
                        <a14:foregroundMark x1="79545" y1="53929" x2="79808" y2="53571"/>
                        <a14:foregroundMark x1="63047" y1="76398" x2="79545" y2="53929"/>
                        <a14:foregroundMark x1="82674" y1="72500" x2="82764" y2="73091"/>
                        <a14:foregroundMark x1="82641" y1="72282" x2="82674" y2="72500"/>
                        <a14:foregroundMark x1="79862" y1="53929" x2="80570" y2="58603"/>
                        <a14:foregroundMark x1="79808" y1="53571" x2="79862" y2="53929"/>
                        <a14:foregroundMark x1="70218" y1="78981" x2="64652" y2="80068"/>
                        <a14:foregroundMark x1="74473" y1="78149" x2="74291" y2="78185"/>
                        <a14:foregroundMark x1="81693" y1="76737" x2="80778" y2="76916"/>
                        <a14:foregroundMark x1="75192" y1="65000" x2="75000" y2="71786"/>
                        <a14:foregroundMark x1="83654" y1="56786" x2="83654" y2="56786"/>
                        <a14:foregroundMark x1="72308" y1="80357" x2="72308" y2="80357"/>
                        <a14:foregroundMark x1="70962" y1="80000" x2="70962" y2="80000"/>
                        <a14:foregroundMark x1="70577" y1="79643" x2="70577" y2="79643"/>
                        <a14:foregroundMark x1="80192" y1="54286" x2="80192" y2="54286"/>
                        <a14:foregroundMark x1="80577" y1="54286" x2="79615" y2="54643"/>
                        <a14:backgroundMark x1="80962" y1="65357" x2="78846" y2="72500"/>
                        <a14:backgroundMark x1="81923" y1="62500" x2="82692" y2="66071"/>
                        <a14:backgroundMark x1="81346" y1="62500" x2="81346" y2="62500"/>
                        <a14:backgroundMark x1="81154" y1="61786" x2="81538" y2="64643"/>
                        <a14:backgroundMark x1="81154" y1="60357" x2="80577" y2="61786"/>
                        <a14:backgroundMark x1="81538" y1="61429" x2="80577" y2="61429"/>
                        <a14:backgroundMark x1="77500" y1="77143" x2="75962" y2="77500"/>
                        <a14:backgroundMark x1="79872" y1="76786" x2="78462" y2="77500"/>
                        <a14:backgroundMark x1="80577" y1="76429" x2="79872" y2="76786"/>
                        <a14:backgroundMark x1="78462" y1="76429" x2="77115" y2="77500"/>
                        <a14:backgroundMark x1="72115" y1="78571" x2="73269" y2="79286"/>
                        <a14:backgroundMark x1="75769" y1="77143" x2="74231" y2="77500"/>
                        <a14:backgroundMark x1="74423" y1="78571" x2="73846" y2="78571"/>
                        <a14:backgroundMark x1="71538" y1="79286" x2="70577" y2="79286"/>
                        <a14:backgroundMark x1="60962" y1="81429" x2="64038" y2="81786"/>
                        <a14:backgroundMark x1="65385" y1="81071" x2="65385" y2="81071"/>
                        <a14:backgroundMark x1="65385" y1="80714" x2="65385" y2="80714"/>
                        <a14:backgroundMark x1="64423" y1="80357" x2="64423" y2="80357"/>
                        <a14:backgroundMark x1="65192" y1="80357" x2="65577" y2="81786"/>
                        <a14:backgroundMark x1="71538" y1="78571" x2="71538" y2="78571"/>
                        <a14:backgroundMark x1="83134" y1="77587" x2="82115" y2="77857"/>
                        <a14:backgroundMark x1="83846" y1="77500" x2="82500" y2="77500"/>
                        <a14:backgroundMark x1="84808" y1="76071" x2="84038" y2="77500"/>
                        <a14:backgroundMark x1="82500" y1="71786" x2="82500" y2="71786"/>
                        <a14:backgroundMark x1="82308" y1="72500" x2="82308" y2="72500"/>
                        <a14:backgroundMark x1="70962" y1="78214" x2="70577" y2="78214"/>
                        <a14:backgroundMark x1="70577" y1="78929" x2="70577" y2="78929"/>
                        <a14:backgroundMark x1="70577" y1="78571" x2="70000" y2="78214"/>
                        <a14:backgroundMark x1="70769" y1="78929" x2="70192" y2="78214"/>
                        <a14:backgroundMark x1="70769" y1="78929" x2="70000" y2="78214"/>
                        <a14:backgroundMark x1="70000" y1="78571" x2="70000" y2="78571"/>
                        <a14:backgroundMark x1="70000" y1="78214" x2="70000" y2="78214"/>
                        <a14:backgroundMark x1="64615" y1="80357" x2="64615" y2="80357"/>
                        <a14:backgroundMark x1="75000" y1="78214" x2="75000" y2="78214"/>
                        <a14:backgroundMark x1="75192" y1="78214" x2="75192" y2="78214"/>
                        <a14:backgroundMark x1="75962" y1="77857" x2="74615" y2="78571"/>
                        <a14:backgroundMark x1="71154" y1="77857" x2="71923" y2="78929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420" t="50977" r="13734" b="12407"/>
          <a:stretch>
            <a:fillRect/>
          </a:stretch>
        </p:blipFill>
        <p:spPr bwMode="auto">
          <a:xfrm>
            <a:off x="6792193" y="479394"/>
            <a:ext cx="3657600" cy="97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Crossed Sword Icon: Over 21,957 Royalty-Free Licensable Stock Illustrations  &amp; Drawings | Shutterstock">
            <a:extLst>
              <a:ext uri="{FF2B5EF4-FFF2-40B4-BE49-F238E27FC236}">
                <a16:creationId xmlns:a16="http://schemas.microsoft.com/office/drawing/2014/main" id="{B992256A-5CD8-B5C4-B60B-044962ECD1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9167" y1="37000" x2="60833" y2="35667"/>
                        <a14:foregroundMark x1="45167" y1="58333" x2="45167" y2="58333"/>
                        <a14:foregroundMark x1="70667" y1="67333" x2="70667" y2="67333"/>
                        <a14:foregroundMark x1="30333" y1="68667" x2="30333" y2="68667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285" t="17151" r="17129" b="17232"/>
          <a:stretch>
            <a:fillRect/>
          </a:stretch>
        </p:blipFill>
        <p:spPr bwMode="auto">
          <a:xfrm>
            <a:off x="7555345" y="1958108"/>
            <a:ext cx="3805382" cy="3749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원형: 비어 있음 7">
            <a:extLst>
              <a:ext uri="{FF2B5EF4-FFF2-40B4-BE49-F238E27FC236}">
                <a16:creationId xmlns:a16="http://schemas.microsoft.com/office/drawing/2014/main" id="{4422ED48-50FB-4EF0-F36A-5164A6097C9F}"/>
              </a:ext>
            </a:extLst>
          </p:cNvPr>
          <p:cNvSpPr/>
          <p:nvPr/>
        </p:nvSpPr>
        <p:spPr>
          <a:xfrm>
            <a:off x="2618250" y="4207832"/>
            <a:ext cx="1905515" cy="1905515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원형: 비어 있음 8">
            <a:extLst>
              <a:ext uri="{FF2B5EF4-FFF2-40B4-BE49-F238E27FC236}">
                <a16:creationId xmlns:a16="http://schemas.microsoft.com/office/drawing/2014/main" id="{E4B6D14B-92E6-F738-E7AE-CBF3EF2BE8B9}"/>
              </a:ext>
            </a:extLst>
          </p:cNvPr>
          <p:cNvSpPr/>
          <p:nvPr/>
        </p:nvSpPr>
        <p:spPr>
          <a:xfrm>
            <a:off x="2898807" y="4488389"/>
            <a:ext cx="1344399" cy="1344399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EF7435BA-6B34-C25A-A5A6-BF31CACF3313}"/>
              </a:ext>
            </a:extLst>
          </p:cNvPr>
          <p:cNvSpPr/>
          <p:nvPr/>
        </p:nvSpPr>
        <p:spPr>
          <a:xfrm>
            <a:off x="3123492" y="4713074"/>
            <a:ext cx="895027" cy="895027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원형: 비어 있음 10">
            <a:extLst>
              <a:ext uri="{FF2B5EF4-FFF2-40B4-BE49-F238E27FC236}">
                <a16:creationId xmlns:a16="http://schemas.microsoft.com/office/drawing/2014/main" id="{C4810B16-9CCE-72B4-502C-BA116C3F9068}"/>
              </a:ext>
            </a:extLst>
          </p:cNvPr>
          <p:cNvSpPr/>
          <p:nvPr/>
        </p:nvSpPr>
        <p:spPr>
          <a:xfrm>
            <a:off x="3303752" y="4893334"/>
            <a:ext cx="534506" cy="534506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199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1688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13</cp:revision>
  <dcterms:created xsi:type="dcterms:W3CDTF">2024-08-07T12:51:05Z</dcterms:created>
  <dcterms:modified xsi:type="dcterms:W3CDTF">2025-06-15T08:22:12Z</dcterms:modified>
</cp:coreProperties>
</file>