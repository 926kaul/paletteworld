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9213E0-A91E-003D-7443-897ED0A5B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DFD92B3-C737-6E70-88AC-01ED9F4398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2F0FC1B-A4E9-8911-37B7-617D60A0A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413F99-7AF3-B438-719B-2C37FCC31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10500F-8904-CAC2-A9F1-C71CE45C2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42807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EC39D9-83FB-1CA1-EBF9-0E6DCAD7C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344AB1-7F17-0850-6EE6-F96C9A458C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501B51-D389-11F2-6F21-7E18C0F06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10F526-ADF6-46EA-8E1F-A9F86AC11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A6FC0C2-2D2D-C3E9-C6BD-9A12277D5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9013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BBC269-03E1-0F83-1297-16623CD65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1CB0A05-1C7B-D164-AB87-D6832F781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1B8AE02-D26F-27E7-3D29-F40374E6D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D35088-2000-F940-5913-EAE47426F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34AC5C-5982-17B3-3CF3-B780416BA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2200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213802-10E9-B565-8057-49C8CAFBD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D41E53-D559-51D7-F991-EAD2F0A174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343639A-6FA3-A81F-C6AF-DFCAC00132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38D3F5-8645-1A44-165B-845C08453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B5741C5-90E2-7345-937C-E3CFDDD74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60D0E1-878C-71FF-0A05-F7255A9B3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2537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BF45F2-639F-1B10-EA9D-D4B02820C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CCF337D-89BA-D841-EE0C-C5EDD53A31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4F9A4FF-EB9A-76A7-A611-DC4A0F6C4B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F80798E-7753-C967-8EAD-089431F6DB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05080A1-EDAD-93E9-1913-1A89BB9D2C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3132DD9-FEBB-2B2C-E110-9511EE44F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5AD22D2-6F56-6302-FC17-19442D224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CD607BE-D198-02CA-997E-5EFC605BF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0906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4DE281-6E62-7675-8BE6-97F6EC239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D114F21-9C7C-90AD-DBEF-77710999A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1F11913-790C-523E-5550-C939F936D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907046B-C914-B0C5-69C7-BF32CE4A5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4230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CE5A868-CA2F-7C21-8B2C-40AE0FB52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273D7BF-198B-F07D-54CB-17319D28C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3BC7F6-6CA1-01E2-6C29-294D49EF4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34648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28F13-A0F8-2DD7-ADA0-686E88E5C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7BF685-4419-D829-D71F-486572D1AB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D2058D7-8138-C623-DE37-1E1A9C98C2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C69E04-BF65-2297-6233-4B7D54394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DC885FD-E9F7-B61E-2C31-FC4EF732A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F3C75C1-963F-6749-838E-682F7DDDF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98704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37F3B1-4C3B-E96E-DAF5-2E40D03BE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4507648-7C0F-A349-328C-127A7B761E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12FAE54-84BC-2003-8B3F-CA4B886BAE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0AE552-66CA-1381-5ADF-D50DC0EFB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5539750-DB5F-EDA8-7832-84A7A796F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E3C7584-A275-C555-9D2F-6395578BD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8931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2620B8-DD91-C9E2-526C-480DB9985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659C631-7160-7578-34AD-91E0764BAE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8352DE-8D76-C056-1C98-E37E45FBB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646FCF-3E3E-81B3-7139-FAFA207CF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4B4F02-DA66-4F22-F4A6-B7CD2187D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6647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2980278-F7DD-E0BC-2075-17A434C86E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D3D7A5D-C12F-2FB5-09FD-AB3321C36B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03FD6F6-90AF-B672-514C-9093143C8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2E1ECC9-EA41-B09C-83FB-00378E396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0A4964-97BE-3BBD-63A5-FEBBF3C20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7620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39B36F-E021-1AAE-8F1F-DF1329EEE7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C7545CD-1011-B10A-74AE-F00C3FD4DD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7E7AA-6517-933A-6187-A3A30480CF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207A8B-0000-4D20-A8A7-3FE7CFF1FD16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CE61432-630D-0796-9905-000E6AB47E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8A7DEF-01BB-143F-134D-82DEE6DA1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2065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7.png"/><Relationship Id="rId18" Type="http://schemas.microsoft.com/office/2007/relationships/hdphoto" Target="../media/hdphoto8.wdp"/><Relationship Id="rId3" Type="http://schemas.microsoft.com/office/2007/relationships/hdphoto" Target="../media/hdphoto1.wdp"/><Relationship Id="rId7" Type="http://schemas.microsoft.com/office/2007/relationships/hdphoto" Target="../media/hdphoto3.wdp"/><Relationship Id="rId12" Type="http://schemas.microsoft.com/office/2007/relationships/hdphoto" Target="../media/hdphoto5.wdp"/><Relationship Id="rId17" Type="http://schemas.openxmlformats.org/officeDocument/2006/relationships/image" Target="../media/image9.png"/><Relationship Id="rId2" Type="http://schemas.openxmlformats.org/officeDocument/2006/relationships/image" Target="../media/image1.png"/><Relationship Id="rId16" Type="http://schemas.microsoft.com/office/2007/relationships/hdphoto" Target="../media/hdphoto7.wdp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image" Target="../media/image6.png"/><Relationship Id="rId5" Type="http://schemas.microsoft.com/office/2007/relationships/hdphoto" Target="../media/hdphoto2.wdp"/><Relationship Id="rId15" Type="http://schemas.openxmlformats.org/officeDocument/2006/relationships/image" Target="../media/image8.png"/><Relationship Id="rId10" Type="http://schemas.microsoft.com/office/2007/relationships/hdphoto" Target="../media/hdphoto4.wdp"/><Relationship Id="rId4" Type="http://schemas.openxmlformats.org/officeDocument/2006/relationships/image" Target="../media/image2.png"/><Relationship Id="rId9" Type="http://schemas.openxmlformats.org/officeDocument/2006/relationships/image" Target="../media/image5.png"/><Relationship Id="rId14" Type="http://schemas.microsoft.com/office/2007/relationships/hdphoto" Target="../media/hdphoto6.wdp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7" Type="http://schemas.microsoft.com/office/2007/relationships/hdphoto" Target="../media/hdphoto11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microsoft.com/office/2007/relationships/hdphoto" Target="../media/hdphoto10.wdp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hdphoto" Target="../media/hdphoto14.wdp"/><Relationship Id="rId3" Type="http://schemas.microsoft.com/office/2007/relationships/hdphoto" Target="../media/hdphoto12.wdp"/><Relationship Id="rId7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microsoft.com/office/2007/relationships/hdphoto" Target="../media/hdphoto13.wdp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7057995-19C1-710D-6364-A4E0DA2AB9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590594"/>
              </p:ext>
            </p:extLst>
          </p:nvPr>
        </p:nvGraphicFramePr>
        <p:xfrm>
          <a:off x="2004291" y="729000"/>
          <a:ext cx="5400000" cy="540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0000">
                  <a:extLst>
                    <a:ext uri="{9D8B030D-6E8A-4147-A177-3AD203B41FA5}">
                      <a16:colId xmlns:a16="http://schemas.microsoft.com/office/drawing/2014/main" val="2608172899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338411276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3394501978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460831154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588595252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267913930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2082623104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2709934598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771797213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309866136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339935305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271959282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027983378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609170721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2170847077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2596441192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772976261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3387457640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1077054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777787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8213215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025955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202140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756142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214912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0212875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365978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012313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129245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960012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167807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082530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910889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190710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707701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0733133"/>
                  </a:ext>
                </a:extLst>
              </a:tr>
            </a:tbl>
          </a:graphicData>
        </a:graphic>
      </p:graphicFrame>
      <p:sp>
        <p:nvSpPr>
          <p:cNvPr id="5" name="타원 4">
            <a:extLst>
              <a:ext uri="{FF2B5EF4-FFF2-40B4-BE49-F238E27FC236}">
                <a16:creationId xmlns:a16="http://schemas.microsoft.com/office/drawing/2014/main" id="{A6D51951-36C3-EB71-7723-D72E6B784B93}"/>
              </a:ext>
            </a:extLst>
          </p:cNvPr>
          <p:cNvSpPr/>
          <p:nvPr/>
        </p:nvSpPr>
        <p:spPr>
          <a:xfrm>
            <a:off x="2849200" y="5176091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5FD8D0FF-B65A-AA03-C1D3-AEB9AC06664B}"/>
              </a:ext>
            </a:extLst>
          </p:cNvPr>
          <p:cNvSpPr/>
          <p:nvPr/>
        </p:nvSpPr>
        <p:spPr>
          <a:xfrm>
            <a:off x="4650291" y="3375000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16CDAAC-2741-E50A-00BA-CC8CCEE61407}"/>
              </a:ext>
            </a:extLst>
          </p:cNvPr>
          <p:cNvSpPr/>
          <p:nvPr/>
        </p:nvSpPr>
        <p:spPr>
          <a:xfrm>
            <a:off x="4650291" y="5176091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237E2765-1292-F043-EF14-6A72DB1512CB}"/>
              </a:ext>
            </a:extLst>
          </p:cNvPr>
          <p:cNvSpPr/>
          <p:nvPr/>
        </p:nvSpPr>
        <p:spPr>
          <a:xfrm>
            <a:off x="2849200" y="3375000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A96E727-536C-3663-F452-741215116F0A}"/>
              </a:ext>
            </a:extLst>
          </p:cNvPr>
          <p:cNvSpPr/>
          <p:nvPr/>
        </p:nvSpPr>
        <p:spPr>
          <a:xfrm>
            <a:off x="4650291" y="3386545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9CBDA218-23DF-C378-DDE9-F096ED6887F0}"/>
              </a:ext>
            </a:extLst>
          </p:cNvPr>
          <p:cNvSpPr/>
          <p:nvPr/>
        </p:nvSpPr>
        <p:spPr>
          <a:xfrm>
            <a:off x="6451382" y="1585454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D380D58D-BCA7-AA74-6238-BB1AD655A4A2}"/>
              </a:ext>
            </a:extLst>
          </p:cNvPr>
          <p:cNvSpPr/>
          <p:nvPr/>
        </p:nvSpPr>
        <p:spPr>
          <a:xfrm>
            <a:off x="6451382" y="3386545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3CA96BD3-311F-301F-C926-AB6E544CD402}"/>
              </a:ext>
            </a:extLst>
          </p:cNvPr>
          <p:cNvSpPr/>
          <p:nvPr/>
        </p:nvSpPr>
        <p:spPr>
          <a:xfrm>
            <a:off x="2849200" y="1585454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A7E4DC76-4692-7EC5-314F-27D98BB821C2}"/>
              </a:ext>
            </a:extLst>
          </p:cNvPr>
          <p:cNvSpPr/>
          <p:nvPr/>
        </p:nvSpPr>
        <p:spPr>
          <a:xfrm>
            <a:off x="6451382" y="5178400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6EE5CDB6-4CAA-3B38-C779-2515CAD21E22}"/>
              </a:ext>
            </a:extLst>
          </p:cNvPr>
          <p:cNvSpPr/>
          <p:nvPr/>
        </p:nvSpPr>
        <p:spPr>
          <a:xfrm>
            <a:off x="4650291" y="1585454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83867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타원 3">
            <a:extLst>
              <a:ext uri="{FF2B5EF4-FFF2-40B4-BE49-F238E27FC236}">
                <a16:creationId xmlns:a16="http://schemas.microsoft.com/office/drawing/2014/main" id="{368A1DF4-2373-EFFD-05EA-E01EEE53E262}"/>
              </a:ext>
            </a:extLst>
          </p:cNvPr>
          <p:cNvSpPr/>
          <p:nvPr/>
        </p:nvSpPr>
        <p:spPr>
          <a:xfrm>
            <a:off x="3999345" y="1556328"/>
            <a:ext cx="4027055" cy="402705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FA1FFFC6-1401-CDAF-7E15-9B33D1482BD5}"/>
              </a:ext>
            </a:extLst>
          </p:cNvPr>
          <p:cNvGrpSpPr/>
          <p:nvPr/>
        </p:nvGrpSpPr>
        <p:grpSpPr>
          <a:xfrm>
            <a:off x="4136009" y="1556328"/>
            <a:ext cx="3748718" cy="2608655"/>
            <a:chOff x="4136009" y="1556328"/>
            <a:chExt cx="3748718" cy="2608655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55DC8F34-9453-DC79-136F-4CD353E35C10}"/>
                </a:ext>
              </a:extLst>
            </p:cNvPr>
            <p:cNvSpPr/>
            <p:nvPr/>
          </p:nvSpPr>
          <p:spPr>
            <a:xfrm>
              <a:off x="5940754" y="1556328"/>
              <a:ext cx="144236" cy="201146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03010E22-65DD-E152-BF7F-259FAF370BCD}"/>
                </a:ext>
              </a:extLst>
            </p:cNvPr>
            <p:cNvSpPr/>
            <p:nvPr/>
          </p:nvSpPr>
          <p:spPr>
            <a:xfrm rot="7245236">
              <a:off x="6806877" y="3087132"/>
              <a:ext cx="144236" cy="201146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3A2487E-F3E5-9AB3-F4A9-12B0C691ABDD}"/>
                </a:ext>
              </a:extLst>
            </p:cNvPr>
            <p:cNvSpPr/>
            <p:nvPr/>
          </p:nvSpPr>
          <p:spPr>
            <a:xfrm rot="14354764" flipH="1">
              <a:off x="5069624" y="3087131"/>
              <a:ext cx="144236" cy="201146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0" name="타원 9">
            <a:extLst>
              <a:ext uri="{FF2B5EF4-FFF2-40B4-BE49-F238E27FC236}">
                <a16:creationId xmlns:a16="http://schemas.microsoft.com/office/drawing/2014/main" id="{01D3D621-4713-D38D-21A5-6CAA5438FD2A}"/>
              </a:ext>
            </a:extLst>
          </p:cNvPr>
          <p:cNvSpPr/>
          <p:nvPr/>
        </p:nvSpPr>
        <p:spPr>
          <a:xfrm>
            <a:off x="5333999" y="2888921"/>
            <a:ext cx="1357745" cy="135774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05216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3E02855-6709-613E-91F4-030DF8BA8240}"/>
              </a:ext>
            </a:extLst>
          </p:cNvPr>
          <p:cNvSpPr/>
          <p:nvPr/>
        </p:nvSpPr>
        <p:spPr>
          <a:xfrm>
            <a:off x="2170546" y="1408545"/>
            <a:ext cx="7592291" cy="4535055"/>
          </a:xfrm>
          <a:prstGeom prst="roundRect">
            <a:avLst>
              <a:gd name="adj" fmla="val 6891"/>
            </a:avLst>
          </a:prstGeom>
          <a:solidFill>
            <a:schemeClr val="bg1"/>
          </a:solidFill>
          <a:ln w="57150"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14718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2E06CA2A-5441-C3C0-5BF5-CA717582DF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87222" y="2288443"/>
            <a:ext cx="2009869" cy="2009869"/>
          </a:xfrm>
          <a:prstGeom prst="rect">
            <a:avLst/>
          </a:prstGeom>
        </p:spPr>
      </p:pic>
      <p:pic>
        <p:nvPicPr>
          <p:cNvPr id="1028" name="Picture 4" descr="부활초 | 포켓몬 위키 | Fandom">
            <a:extLst>
              <a:ext uri="{FF2B5EF4-FFF2-40B4-BE49-F238E27FC236}">
                <a16:creationId xmlns:a16="http://schemas.microsoft.com/office/drawing/2014/main" id="{7B29D5C5-EB88-13C6-6B2C-4F80F320AB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1998" y="1159297"/>
            <a:ext cx="2258291" cy="2258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9F564DF-CF68-F267-ACA0-EAE700DF542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rcRect l="9015" r="2529" b="47922"/>
          <a:stretch/>
        </p:blipFill>
        <p:spPr>
          <a:xfrm>
            <a:off x="2456873" y="3636685"/>
            <a:ext cx="1823985" cy="1073860"/>
          </a:xfrm>
          <a:prstGeom prst="rect">
            <a:avLst/>
          </a:prstGeom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C4B19478-8E4D-0DF0-3CA4-309C15BE3477}"/>
              </a:ext>
            </a:extLst>
          </p:cNvPr>
          <p:cNvGrpSpPr/>
          <p:nvPr/>
        </p:nvGrpSpPr>
        <p:grpSpPr>
          <a:xfrm>
            <a:off x="8942044" y="1404371"/>
            <a:ext cx="1253658" cy="1734842"/>
            <a:chOff x="8942044" y="1404371"/>
            <a:chExt cx="1253658" cy="1734842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67E70571-A187-3A0B-27B5-E5F0B4EC4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42044" y="1404371"/>
              <a:ext cx="626829" cy="718841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3175910-21FA-B037-B06A-7800829CD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10264" y="1763792"/>
              <a:ext cx="313414" cy="359420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E5678186-30E2-9D42-3FCD-EE0B77C530F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68873" y="2420372"/>
              <a:ext cx="626829" cy="718841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2093A74-3BF2-110A-23A5-910CE0B0E34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42044" y="2288443"/>
              <a:ext cx="428456" cy="491349"/>
            </a:xfrm>
            <a:prstGeom prst="rect">
              <a:avLst/>
            </a:prstGeom>
          </p:spPr>
        </p:pic>
      </p:grpSp>
      <p:pic>
        <p:nvPicPr>
          <p:cNvPr id="3" name="그림 2">
            <a:extLst>
              <a:ext uri="{FF2B5EF4-FFF2-40B4-BE49-F238E27FC236}">
                <a16:creationId xmlns:a16="http://schemas.microsoft.com/office/drawing/2014/main" id="{B7E856F7-7E69-CC01-CEA5-B62B04B9F3D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07766" y="3589444"/>
            <a:ext cx="3268556" cy="3268556"/>
          </a:xfrm>
          <a:prstGeom prst="rect">
            <a:avLst/>
          </a:prstGeom>
        </p:spPr>
      </p:pic>
      <p:pic>
        <p:nvPicPr>
          <p:cNvPr id="1026" name="Picture 2" descr="Solar System Miniature - Official Eternal Return Wiki">
            <a:extLst>
              <a:ext uri="{FF2B5EF4-FFF2-40B4-BE49-F238E27FC236}">
                <a16:creationId xmlns:a16="http://schemas.microsoft.com/office/drawing/2014/main" id="{537B4F72-07DA-2A7A-97BF-15485B19C4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665" y="1786663"/>
            <a:ext cx="2438400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생성된 이미지">
            <a:extLst>
              <a:ext uri="{FF2B5EF4-FFF2-40B4-BE49-F238E27FC236}">
                <a16:creationId xmlns:a16="http://schemas.microsoft.com/office/drawing/2014/main" id="{BF1AEBE8-02DC-099E-F148-D1906778C1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1143" y="4469538"/>
            <a:ext cx="2217235" cy="2217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F3CE0D7-7C1A-2BAC-2E6E-C8308F952A2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32407" y="3429000"/>
            <a:ext cx="2822571" cy="282257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C9618EF0-A7D4-C29C-60DF-93B09501A94A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BEBA8EAE-BF5A-486C-A8C5-ECC9F3942E4B}">
                <a14:imgProps xmlns:a14="http://schemas.microsoft.com/office/drawing/2010/main">
                  <a14:imgLayer r:embed="rId18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185756" y="336067"/>
            <a:ext cx="1514897" cy="1514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973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Fire Light Circle, Fire, Light, Circle PNG Transparent Image and Clipart  for Free Download">
            <a:extLst>
              <a:ext uri="{FF2B5EF4-FFF2-40B4-BE49-F238E27FC236}">
                <a16:creationId xmlns:a16="http://schemas.microsoft.com/office/drawing/2014/main" id="{F7013D8A-4358-5E52-6D39-03AFD5536A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bright="3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009" y="138546"/>
            <a:ext cx="34290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원형: 비어 있음 1">
            <a:extLst>
              <a:ext uri="{FF2B5EF4-FFF2-40B4-BE49-F238E27FC236}">
                <a16:creationId xmlns:a16="http://schemas.microsoft.com/office/drawing/2014/main" id="{E10091F2-DAF9-F1F5-57ED-5F4363A18988}"/>
              </a:ext>
            </a:extLst>
          </p:cNvPr>
          <p:cNvSpPr/>
          <p:nvPr/>
        </p:nvSpPr>
        <p:spPr>
          <a:xfrm>
            <a:off x="2313316" y="3902898"/>
            <a:ext cx="2515385" cy="2515385"/>
          </a:xfrm>
          <a:prstGeom prst="donut">
            <a:avLst>
              <a:gd name="adj" fmla="val 3318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026" name="Picture 2" descr="10+ Thousand Snake Eye Vector Royalty-Free Images, Stock Photos &amp; Pictures  | Shutterstock">
            <a:extLst>
              <a:ext uri="{FF2B5EF4-FFF2-40B4-BE49-F238E27FC236}">
                <a16:creationId xmlns:a16="http://schemas.microsoft.com/office/drawing/2014/main" id="{3D3590DB-093E-A6BE-970B-267BED97A1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54286" b="83929" l="16731" r="84231">
                        <a14:foregroundMark x1="19038" y1="57143" x2="16731" y2="57500"/>
                        <a14:foregroundMark x1="79545" y1="53929" x2="79808" y2="53571"/>
                        <a14:foregroundMark x1="63047" y1="76398" x2="79545" y2="53929"/>
                        <a14:foregroundMark x1="82674" y1="72500" x2="82764" y2="73091"/>
                        <a14:foregroundMark x1="82641" y1="72282" x2="82674" y2="72500"/>
                        <a14:foregroundMark x1="79862" y1="53929" x2="80570" y2="58603"/>
                        <a14:foregroundMark x1="79808" y1="53571" x2="79862" y2="53929"/>
                        <a14:foregroundMark x1="70218" y1="78981" x2="64652" y2="80068"/>
                        <a14:foregroundMark x1="74473" y1="78149" x2="74291" y2="78185"/>
                        <a14:foregroundMark x1="81693" y1="76737" x2="80778" y2="76916"/>
                        <a14:foregroundMark x1="75192" y1="65000" x2="75000" y2="71786"/>
                        <a14:foregroundMark x1="83654" y1="56786" x2="83654" y2="56786"/>
                        <a14:foregroundMark x1="72308" y1="80357" x2="72308" y2="80357"/>
                        <a14:foregroundMark x1="70962" y1="80000" x2="70962" y2="80000"/>
                        <a14:foregroundMark x1="70577" y1="79643" x2="70577" y2="79643"/>
                        <a14:foregroundMark x1="80192" y1="54286" x2="80192" y2="54286"/>
                        <a14:foregroundMark x1="80577" y1="54286" x2="79615" y2="54643"/>
                        <a14:backgroundMark x1="80962" y1="65357" x2="78846" y2="72500"/>
                        <a14:backgroundMark x1="81923" y1="62500" x2="82692" y2="66071"/>
                        <a14:backgroundMark x1="81346" y1="62500" x2="81346" y2="62500"/>
                        <a14:backgroundMark x1="81154" y1="61786" x2="81538" y2="64643"/>
                        <a14:backgroundMark x1="81154" y1="60357" x2="80577" y2="61786"/>
                        <a14:backgroundMark x1="81538" y1="61429" x2="80577" y2="61429"/>
                        <a14:backgroundMark x1="77500" y1="77143" x2="75962" y2="77500"/>
                        <a14:backgroundMark x1="79872" y1="76786" x2="78462" y2="77500"/>
                        <a14:backgroundMark x1="80577" y1="76429" x2="79872" y2="76786"/>
                        <a14:backgroundMark x1="78462" y1="76429" x2="77115" y2="77500"/>
                        <a14:backgroundMark x1="72115" y1="78571" x2="73269" y2="79286"/>
                        <a14:backgroundMark x1="75769" y1="77143" x2="74231" y2="77500"/>
                        <a14:backgroundMark x1="74423" y1="78571" x2="73846" y2="78571"/>
                        <a14:backgroundMark x1="71538" y1="79286" x2="70577" y2="79286"/>
                        <a14:backgroundMark x1="60962" y1="81429" x2="64038" y2="81786"/>
                        <a14:backgroundMark x1="65385" y1="81071" x2="65385" y2="81071"/>
                        <a14:backgroundMark x1="65385" y1="80714" x2="65385" y2="80714"/>
                        <a14:backgroundMark x1="64423" y1="80357" x2="64423" y2="80357"/>
                        <a14:backgroundMark x1="65192" y1="80357" x2="65577" y2="81786"/>
                        <a14:backgroundMark x1="71538" y1="78571" x2="71538" y2="78571"/>
                        <a14:backgroundMark x1="83134" y1="77587" x2="82115" y2="77857"/>
                        <a14:backgroundMark x1="83846" y1="77500" x2="82500" y2="77500"/>
                        <a14:backgroundMark x1="84808" y1="76071" x2="84038" y2="77500"/>
                        <a14:backgroundMark x1="82500" y1="71786" x2="82500" y2="71786"/>
                        <a14:backgroundMark x1="82308" y1="72500" x2="82308" y2="72500"/>
                        <a14:backgroundMark x1="70962" y1="78214" x2="70577" y2="78214"/>
                        <a14:backgroundMark x1="70577" y1="78929" x2="70577" y2="78929"/>
                        <a14:backgroundMark x1="70577" y1="78571" x2="70000" y2="78214"/>
                        <a14:backgroundMark x1="70769" y1="78929" x2="70192" y2="78214"/>
                        <a14:backgroundMark x1="70769" y1="78929" x2="70000" y2="78214"/>
                        <a14:backgroundMark x1="70000" y1="78571" x2="70000" y2="78571"/>
                        <a14:backgroundMark x1="70000" y1="78214" x2="70000" y2="78214"/>
                        <a14:backgroundMark x1="64615" y1="80357" x2="64615" y2="80357"/>
                        <a14:backgroundMark x1="75000" y1="78214" x2="75000" y2="78214"/>
                        <a14:backgroundMark x1="75192" y1="78214" x2="75192" y2="78214"/>
                        <a14:backgroundMark x1="75962" y1="77857" x2="74615" y2="78571"/>
                        <a14:backgroundMark x1="71154" y1="77857" x2="71923" y2="78929"/>
                      </a14:backgroundRemoval>
                    </a14:imgEffect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420" t="50977" r="13734" b="12407"/>
          <a:stretch>
            <a:fillRect/>
          </a:stretch>
        </p:blipFill>
        <p:spPr bwMode="auto">
          <a:xfrm>
            <a:off x="6792193" y="479394"/>
            <a:ext cx="3657600" cy="976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Crossed Sword Icon: Over 21,957 Royalty-Free Licensable Stock Illustrations  &amp; Drawings | Shutterstock">
            <a:extLst>
              <a:ext uri="{FF2B5EF4-FFF2-40B4-BE49-F238E27FC236}">
                <a16:creationId xmlns:a16="http://schemas.microsoft.com/office/drawing/2014/main" id="{B992256A-5CD8-B5C4-B60B-044962ECD1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59167" y1="37000" x2="60833" y2="35667"/>
                        <a14:foregroundMark x1="45167" y1="58333" x2="45167" y2="58333"/>
                        <a14:foregroundMark x1="70667" y1="67333" x2="70667" y2="67333"/>
                        <a14:foregroundMark x1="30333" y1="68667" x2="30333" y2="68667"/>
                      </a14:backgroundRemoval>
                    </a14:imgEffect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6285" t="17151" r="17129" b="17232"/>
          <a:stretch>
            <a:fillRect/>
          </a:stretch>
        </p:blipFill>
        <p:spPr bwMode="auto">
          <a:xfrm>
            <a:off x="7555345" y="1958108"/>
            <a:ext cx="3805382" cy="3749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원형: 비어 있음 7">
            <a:extLst>
              <a:ext uri="{FF2B5EF4-FFF2-40B4-BE49-F238E27FC236}">
                <a16:creationId xmlns:a16="http://schemas.microsoft.com/office/drawing/2014/main" id="{4422ED48-50FB-4EF0-F36A-5164A6097C9F}"/>
              </a:ext>
            </a:extLst>
          </p:cNvPr>
          <p:cNvSpPr/>
          <p:nvPr/>
        </p:nvSpPr>
        <p:spPr>
          <a:xfrm>
            <a:off x="2618250" y="4207832"/>
            <a:ext cx="1905515" cy="1905515"/>
          </a:xfrm>
          <a:prstGeom prst="donut">
            <a:avLst>
              <a:gd name="adj" fmla="val 3318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원형: 비어 있음 8">
            <a:extLst>
              <a:ext uri="{FF2B5EF4-FFF2-40B4-BE49-F238E27FC236}">
                <a16:creationId xmlns:a16="http://schemas.microsoft.com/office/drawing/2014/main" id="{E4B6D14B-92E6-F738-E7AE-CBF3EF2BE8B9}"/>
              </a:ext>
            </a:extLst>
          </p:cNvPr>
          <p:cNvSpPr/>
          <p:nvPr/>
        </p:nvSpPr>
        <p:spPr>
          <a:xfrm>
            <a:off x="2898807" y="4488389"/>
            <a:ext cx="1344399" cy="1344399"/>
          </a:xfrm>
          <a:prstGeom prst="donut">
            <a:avLst>
              <a:gd name="adj" fmla="val 3318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원형: 비어 있음 9">
            <a:extLst>
              <a:ext uri="{FF2B5EF4-FFF2-40B4-BE49-F238E27FC236}">
                <a16:creationId xmlns:a16="http://schemas.microsoft.com/office/drawing/2014/main" id="{EF7435BA-6B34-C25A-A5A6-BF31CACF3313}"/>
              </a:ext>
            </a:extLst>
          </p:cNvPr>
          <p:cNvSpPr/>
          <p:nvPr/>
        </p:nvSpPr>
        <p:spPr>
          <a:xfrm>
            <a:off x="3123492" y="4713074"/>
            <a:ext cx="895027" cy="895027"/>
          </a:xfrm>
          <a:prstGeom prst="donut">
            <a:avLst>
              <a:gd name="adj" fmla="val 3318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원형: 비어 있음 10">
            <a:extLst>
              <a:ext uri="{FF2B5EF4-FFF2-40B4-BE49-F238E27FC236}">
                <a16:creationId xmlns:a16="http://schemas.microsoft.com/office/drawing/2014/main" id="{C4810B16-9CCE-72B4-502C-BA116C3F9068}"/>
              </a:ext>
            </a:extLst>
          </p:cNvPr>
          <p:cNvSpPr/>
          <p:nvPr/>
        </p:nvSpPr>
        <p:spPr>
          <a:xfrm>
            <a:off x="3303752" y="4893334"/>
            <a:ext cx="534506" cy="534506"/>
          </a:xfrm>
          <a:prstGeom prst="donut">
            <a:avLst>
              <a:gd name="adj" fmla="val 3318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199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34753C2-E4A4-1CED-5587-EC0488248A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143500" y="2476500"/>
            <a:ext cx="1905000" cy="1905000"/>
          </a:xfrm>
          <a:prstGeom prst="rect">
            <a:avLst/>
          </a:prstGeom>
        </p:spPr>
      </p:pic>
      <p:pic>
        <p:nvPicPr>
          <p:cNvPr id="3" name="그림 2" descr="로고, 클립아트, 그래픽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DBF7203-B776-185F-F0D8-66FDC82F39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7422" b="91602" l="5273" r="94336">
                        <a14:foregroundMark x1="90039" y1="8594" x2="91406" y2="9375"/>
                        <a14:foregroundMark x1="94531" y1="7422" x2="94531" y2="7422"/>
                        <a14:foregroundMark x1="8984" y1="56641" x2="9570" y2="60547"/>
                        <a14:foregroundMark x1="9180" y1="86719" x2="6250" y2="88672"/>
                        <a14:foregroundMark x1="8008" y1="89648" x2="5273" y2="91602"/>
                        <a14:foregroundMark x1="44141" y1="59961" x2="57617" y2="55859"/>
                        <a14:foregroundMark x1="42188" y1="70898" x2="49023" y2="69922"/>
                        <a14:foregroundMark x1="36914" y1="80664" x2="41211" y2="82617"/>
                        <a14:foregroundMark x1="27148" y1="88477" x2="31445" y2="904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054" y="2083191"/>
            <a:ext cx="1547446" cy="1547446"/>
          </a:xfrm>
          <a:prstGeom prst="rect">
            <a:avLst/>
          </a:prstGeom>
        </p:spPr>
      </p:pic>
      <p:pic>
        <p:nvPicPr>
          <p:cNvPr id="9" name="그림 8" descr="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909D035-19A8-A8F4-690D-9A312A78917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55" b="59729"/>
          <a:stretch>
            <a:fillRect/>
          </a:stretch>
        </p:blipFill>
        <p:spPr>
          <a:xfrm>
            <a:off x="7144761" y="1220079"/>
            <a:ext cx="4285239" cy="172622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339381C-8F80-4326-78E4-120D49D9085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285" b="91807" l="7477" r="92991">
                        <a14:foregroundMark x1="10280" y1="49719" x2="7593" y2="49046"/>
                        <a14:foregroundMark x1="53271" y1="89450" x2="51636" y2="92031"/>
                        <a14:foregroundMark x1="89136" y1="69473" x2="90304" y2="67565"/>
                        <a14:foregroundMark x1="93107" y1="64646" x2="93107" y2="64646"/>
                        <a14:foregroundMark x1="44393" y1="22222" x2="46612" y2="26712"/>
                        <a14:foregroundMark x1="73364" y1="40067" x2="74065" y2="42312"/>
                        <a14:foregroundMark x1="66355" y1="13019" x2="68692" y2="14478"/>
                        <a14:foregroundMark x1="68341" y1="7407" x2="67874" y2="6285"/>
                        <a14:foregroundMark x1="35864" y1="43098" x2="35864" y2="41190"/>
                        <a14:foregroundMark x1="49416" y1="58698" x2="49416" y2="58698"/>
                        <a14:backgroundMark x1="30491" y1="61616" x2="30491" y2="61616"/>
                        <a14:backgroundMark x1="32827" y1="59035" x2="30140" y2="61616"/>
                        <a14:backgroundMark x1="32009" y1="57912" x2="28621" y2="63524"/>
                        <a14:backgroundMark x1="29322" y1="57127" x2="37500" y2="63075"/>
                        <a14:backgroundMark x1="30958" y1="54209" x2="28972" y2="54994"/>
                        <a14:backgroundMark x1="35164" y1="56117" x2="25467" y2="66442"/>
                        <a14:backgroundMark x1="33645" y1="60943" x2="30958" y2="65769"/>
                        <a14:backgroundMark x1="34346" y1="62738" x2="30958" y2="64646"/>
                        <a14:backgroundMark x1="32477" y1="62738" x2="33645" y2="65320"/>
                        <a14:backgroundMark x1="33645" y1="57576" x2="26285" y2="61953"/>
                        <a14:backgroundMark x1="33645" y1="59371" x2="30140" y2="60943"/>
                        <a14:backgroundMark x1="32009" y1="56790" x2="25818" y2="60943"/>
                        <a14:backgroundMark x1="29790" y1="59035" x2="26986" y2="61616"/>
                        <a14:backgroundMark x1="30958" y1="57912" x2="23131" y2="60494"/>
                        <a14:backgroundMark x1="33178" y1="57576" x2="21963" y2="60494"/>
                        <a14:backgroundMark x1="28972" y1="58249" x2="19743" y2="59035"/>
                        <a14:backgroundMark x1="32827" y1="57127" x2="39019" y2="56453"/>
                        <a14:backgroundMark x1="35514" y1="59371" x2="31659" y2="57912"/>
                        <a14:backgroundMark x1="32477" y1="56117" x2="21612" y2="60494"/>
                        <a14:backgroundMark x1="32009" y1="58249" x2="20444" y2="59820"/>
                        <a14:backgroundMark x1="31659" y1="59035" x2="18107" y2="53086"/>
                        <a14:backgroundMark x1="37500" y1="60943" x2="38201" y2="68350"/>
                        <a14:backgroundMark x1="36332" y1="62402" x2="34346" y2="67228"/>
                      </a14:backgroundRemoval>
                    </a14:imgEffect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rcRect l="28583" t="3328" r="11115" b="37254"/>
          <a:stretch>
            <a:fillRect/>
          </a:stretch>
        </p:blipFill>
        <p:spPr>
          <a:xfrm>
            <a:off x="1468582" y="3796145"/>
            <a:ext cx="1440874" cy="1477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69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1947</TotalTime>
  <Words>0</Words>
  <Application>Microsoft Office PowerPoint</Application>
  <PresentationFormat>와이드스크린</PresentationFormat>
  <Paragraphs>0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한결 장</dc:creator>
  <cp:lastModifiedBy>한결 장</cp:lastModifiedBy>
  <cp:revision>15</cp:revision>
  <dcterms:created xsi:type="dcterms:W3CDTF">2024-08-07T12:51:05Z</dcterms:created>
  <dcterms:modified xsi:type="dcterms:W3CDTF">2025-06-16T08:21:03Z</dcterms:modified>
</cp:coreProperties>
</file>