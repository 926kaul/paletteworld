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213E0-A91E-003D-7443-897ED0A5B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DFD92B3-C737-6E70-88AC-01ED9F4398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F0FC1B-A4E9-8911-37B7-617D60A0A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413F99-7AF3-B438-719B-2C37FCC31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10500F-8904-CAC2-A9F1-C71CE45C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28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C39D9-83FB-1CA1-EBF9-0E6DCAD7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344AB1-7F17-0850-6EE6-F96C9A458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501B51-D389-11F2-6F21-7E18C0F06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10F526-ADF6-46EA-8E1F-A9F86AC11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6FC0C2-2D2D-C3E9-C6BD-9A12277D5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01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BC269-03E1-0F83-1297-16623CD65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CB0A05-1C7B-D164-AB87-D6832F781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B8AE02-D26F-27E7-3D29-F40374E6D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D35088-2000-F940-5913-EAE47426F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34AC5C-5982-17B3-3CF3-B780416BA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220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13802-10E9-B565-8057-49C8CAFB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41E53-D559-51D7-F991-EAD2F0A174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43639A-6FA3-A81F-C6AF-DFCAC0013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8D3F5-8645-1A44-165B-845C0845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5741C5-90E2-7345-937C-E3CFDDD74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60D0E1-878C-71FF-0A05-F7255A9B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537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BF45F2-639F-1B10-EA9D-D4B02820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CF337D-89BA-D841-EE0C-C5EDD53A3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F9A4FF-EB9A-76A7-A611-DC4A0F6C4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80798E-7753-C967-8EAD-089431F6D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5080A1-EDAD-93E9-1913-1A89BB9D2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3132DD9-FEBB-2B2C-E110-9511EE44F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AD22D2-6F56-6302-FC17-19442D224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D607BE-D198-02CA-997E-5EFC605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90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DE281-6E62-7675-8BE6-97F6EC23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D114F21-9C7C-90AD-DBEF-77710999A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F11913-790C-523E-5550-C939F936D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07046B-C914-B0C5-69C7-BF32CE4A5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230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CE5A868-CA2F-7C21-8B2C-40AE0FB52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73D7BF-198B-F07D-54CB-17319D28C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3BC7F6-6CA1-01E2-6C29-294D49EF4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464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28F13-A0F8-2DD7-ADA0-686E88E5C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7BF685-4419-D829-D71F-486572D1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D2058D7-8138-C623-DE37-1E1A9C98C2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C69E04-BF65-2297-6233-4B7D5439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C885FD-E9F7-B61E-2C31-FC4EF732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3C75C1-963F-6749-838E-682F7DDDF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87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37F3B1-4C3B-E96E-DAF5-2E40D03B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507648-7C0F-A349-328C-127A7B761E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2FAE54-84BC-2003-8B3F-CA4B886BAE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0AE552-66CA-1381-5ADF-D50DC0EFB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539750-DB5F-EDA8-7832-84A7A796F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3C7584-A275-C555-9D2F-6395578BD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893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620B8-DD91-C9E2-526C-480DB9985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59C631-7160-7578-34AD-91E0764BAE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8352DE-8D76-C056-1C98-E37E45FB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46FCF-3E3E-81B3-7139-FAFA207CF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4B4F02-DA66-4F22-F4A6-B7CD2187D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64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2980278-F7DD-E0BC-2075-17A434C86E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3D7A5D-C12F-2FB5-09FD-AB3321C36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3FD6F6-90AF-B672-514C-9093143C8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E1ECC9-EA41-B09C-83FB-00378E396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A4964-97BE-3BBD-63A5-FEBBF3C20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620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39B36F-E021-1AAE-8F1F-DF1329EEE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7545CD-1011-B10A-74AE-F00C3FD4D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7E7AA-6517-933A-6187-A3A30480C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207A8B-0000-4D20-A8A7-3FE7CFF1FD16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E61432-630D-0796-9905-000E6AB47E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8A7DEF-01BB-143F-134D-82DEE6DA1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065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18" Type="http://schemas.microsoft.com/office/2007/relationships/hdphoto" Target="../media/hdphoto8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5.wdp"/><Relationship Id="rId17" Type="http://schemas.openxmlformats.org/officeDocument/2006/relationships/image" Target="../media/image9.png"/><Relationship Id="rId2" Type="http://schemas.openxmlformats.org/officeDocument/2006/relationships/image" Target="../media/image1.png"/><Relationship Id="rId16" Type="http://schemas.microsoft.com/office/2007/relationships/hdphoto" Target="../media/hdphoto7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microsoft.com/office/2007/relationships/hdphoto" Target="../media/hdphoto2.wdp"/><Relationship Id="rId15" Type="http://schemas.openxmlformats.org/officeDocument/2006/relationships/image" Target="../media/image8.png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6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7057995-19C1-710D-6364-A4E0DA2AB9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0594"/>
              </p:ext>
            </p:extLst>
          </p:nvPr>
        </p:nvGraphicFramePr>
        <p:xfrm>
          <a:off x="2004291" y="729000"/>
          <a:ext cx="5400000" cy="54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0000">
                  <a:extLst>
                    <a:ext uri="{9D8B030D-6E8A-4147-A177-3AD203B41FA5}">
                      <a16:colId xmlns:a16="http://schemas.microsoft.com/office/drawing/2014/main" val="2608172899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41127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945019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46083115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58859525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67913930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08262310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70993459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1797213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0986613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39935305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7195928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0279833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60917072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170847077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59644119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297626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7457640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07705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77778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21321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595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20214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56142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49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021287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365978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012313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2924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9600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67807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08253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910889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19071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707701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73313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A6D51951-36C3-EB71-7723-D72E6B784B93}"/>
              </a:ext>
            </a:extLst>
          </p:cNvPr>
          <p:cNvSpPr/>
          <p:nvPr/>
        </p:nvSpPr>
        <p:spPr>
          <a:xfrm>
            <a:off x="2849200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FD8D0FF-B65A-AA03-C1D3-AEB9AC06664B}"/>
              </a:ext>
            </a:extLst>
          </p:cNvPr>
          <p:cNvSpPr/>
          <p:nvPr/>
        </p:nvSpPr>
        <p:spPr>
          <a:xfrm>
            <a:off x="4650291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16CDAAC-2741-E50A-00BA-CC8CCEE61407}"/>
              </a:ext>
            </a:extLst>
          </p:cNvPr>
          <p:cNvSpPr/>
          <p:nvPr/>
        </p:nvSpPr>
        <p:spPr>
          <a:xfrm>
            <a:off x="4650291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7E2765-1292-F043-EF14-6A72DB1512CB}"/>
              </a:ext>
            </a:extLst>
          </p:cNvPr>
          <p:cNvSpPr/>
          <p:nvPr/>
        </p:nvSpPr>
        <p:spPr>
          <a:xfrm>
            <a:off x="2849200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A96E727-536C-3663-F452-741215116F0A}"/>
              </a:ext>
            </a:extLst>
          </p:cNvPr>
          <p:cNvSpPr/>
          <p:nvPr/>
        </p:nvSpPr>
        <p:spPr>
          <a:xfrm>
            <a:off x="4650291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CBDA218-23DF-C378-DDE9-F096ED6887F0}"/>
              </a:ext>
            </a:extLst>
          </p:cNvPr>
          <p:cNvSpPr/>
          <p:nvPr/>
        </p:nvSpPr>
        <p:spPr>
          <a:xfrm>
            <a:off x="6451382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D380D58D-BCA7-AA74-6238-BB1AD655A4A2}"/>
              </a:ext>
            </a:extLst>
          </p:cNvPr>
          <p:cNvSpPr/>
          <p:nvPr/>
        </p:nvSpPr>
        <p:spPr>
          <a:xfrm>
            <a:off x="6451382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CA96BD3-311F-301F-C926-AB6E544CD402}"/>
              </a:ext>
            </a:extLst>
          </p:cNvPr>
          <p:cNvSpPr/>
          <p:nvPr/>
        </p:nvSpPr>
        <p:spPr>
          <a:xfrm>
            <a:off x="2849200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7E4DC76-4692-7EC5-314F-27D98BB821C2}"/>
              </a:ext>
            </a:extLst>
          </p:cNvPr>
          <p:cNvSpPr/>
          <p:nvPr/>
        </p:nvSpPr>
        <p:spPr>
          <a:xfrm>
            <a:off x="6451382" y="51784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EE5CDB6-4CAA-3B38-C779-2515CAD21E22}"/>
              </a:ext>
            </a:extLst>
          </p:cNvPr>
          <p:cNvSpPr/>
          <p:nvPr/>
        </p:nvSpPr>
        <p:spPr>
          <a:xfrm>
            <a:off x="4650291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386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368A1DF4-2373-EFFD-05EA-E01EEE53E262}"/>
              </a:ext>
            </a:extLst>
          </p:cNvPr>
          <p:cNvSpPr/>
          <p:nvPr/>
        </p:nvSpPr>
        <p:spPr>
          <a:xfrm>
            <a:off x="3999345" y="1556328"/>
            <a:ext cx="4027055" cy="402705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A1FFFC6-1401-CDAF-7E15-9B33D1482BD5}"/>
              </a:ext>
            </a:extLst>
          </p:cNvPr>
          <p:cNvGrpSpPr/>
          <p:nvPr/>
        </p:nvGrpSpPr>
        <p:grpSpPr>
          <a:xfrm>
            <a:off x="4136009" y="1556328"/>
            <a:ext cx="3748718" cy="2608655"/>
            <a:chOff x="4136009" y="1556328"/>
            <a:chExt cx="3748718" cy="2608655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5DC8F34-9453-DC79-136F-4CD353E35C10}"/>
                </a:ext>
              </a:extLst>
            </p:cNvPr>
            <p:cNvSpPr/>
            <p:nvPr/>
          </p:nvSpPr>
          <p:spPr>
            <a:xfrm>
              <a:off x="5940754" y="1556328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3010E22-65DD-E152-BF7F-259FAF370BCD}"/>
                </a:ext>
              </a:extLst>
            </p:cNvPr>
            <p:cNvSpPr/>
            <p:nvPr/>
          </p:nvSpPr>
          <p:spPr>
            <a:xfrm rot="7245236">
              <a:off x="6806877" y="3087132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3A2487E-F3E5-9AB3-F4A9-12B0C691ABDD}"/>
                </a:ext>
              </a:extLst>
            </p:cNvPr>
            <p:cNvSpPr/>
            <p:nvPr/>
          </p:nvSpPr>
          <p:spPr>
            <a:xfrm rot="14354764" flipH="1">
              <a:off x="5069624" y="3087131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" name="타원 9">
            <a:extLst>
              <a:ext uri="{FF2B5EF4-FFF2-40B4-BE49-F238E27FC236}">
                <a16:creationId xmlns:a16="http://schemas.microsoft.com/office/drawing/2014/main" id="{01D3D621-4713-D38D-21A5-6CAA5438FD2A}"/>
              </a:ext>
            </a:extLst>
          </p:cNvPr>
          <p:cNvSpPr/>
          <p:nvPr/>
        </p:nvSpPr>
        <p:spPr>
          <a:xfrm>
            <a:off x="5333999" y="2888921"/>
            <a:ext cx="1357745" cy="135774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21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3E02855-6709-613E-91F4-030DF8BA8240}"/>
              </a:ext>
            </a:extLst>
          </p:cNvPr>
          <p:cNvSpPr/>
          <p:nvPr/>
        </p:nvSpPr>
        <p:spPr>
          <a:xfrm>
            <a:off x="2170546" y="1408545"/>
            <a:ext cx="7592291" cy="4535055"/>
          </a:xfrm>
          <a:prstGeom prst="roundRect">
            <a:avLst>
              <a:gd name="adj" fmla="val 6891"/>
            </a:avLst>
          </a:prstGeom>
          <a:solidFill>
            <a:schemeClr val="bg1"/>
          </a:solidFill>
          <a:ln w="57150"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471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E06CA2A-5441-C3C0-5BF5-CA717582DF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87222" y="2288443"/>
            <a:ext cx="2009869" cy="2009869"/>
          </a:xfrm>
          <a:prstGeom prst="rect">
            <a:avLst/>
          </a:prstGeom>
        </p:spPr>
      </p:pic>
      <p:pic>
        <p:nvPicPr>
          <p:cNvPr id="1028" name="Picture 4" descr="부활초 | 포켓몬 위키 | Fandom">
            <a:extLst>
              <a:ext uri="{FF2B5EF4-FFF2-40B4-BE49-F238E27FC236}">
                <a16:creationId xmlns:a16="http://schemas.microsoft.com/office/drawing/2014/main" id="{7B29D5C5-EB88-13C6-6B2C-4F80F320A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1998" y="1159297"/>
            <a:ext cx="2258291" cy="2258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9F564DF-CF68-F267-ACA0-EAE700DF54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l="9015" r="2529" b="47922"/>
          <a:stretch/>
        </p:blipFill>
        <p:spPr>
          <a:xfrm>
            <a:off x="2456873" y="3636685"/>
            <a:ext cx="1823985" cy="1073860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C4B19478-8E4D-0DF0-3CA4-309C15BE3477}"/>
              </a:ext>
            </a:extLst>
          </p:cNvPr>
          <p:cNvGrpSpPr/>
          <p:nvPr/>
        </p:nvGrpSpPr>
        <p:grpSpPr>
          <a:xfrm>
            <a:off x="8942044" y="1404371"/>
            <a:ext cx="1253658" cy="1734842"/>
            <a:chOff x="8942044" y="1404371"/>
            <a:chExt cx="1253658" cy="173484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7E70571-A187-3A0B-27B5-E5F0B4EC4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1404371"/>
              <a:ext cx="626829" cy="71884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3175910-21FA-B037-B06A-7800829CD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10264" y="1763792"/>
              <a:ext cx="313414" cy="359420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5678186-30E2-9D42-3FCD-EE0B77C53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8873" y="2420372"/>
              <a:ext cx="626829" cy="71884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2093A74-3BF2-110A-23A5-910CE0B0E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2288443"/>
              <a:ext cx="428456" cy="491349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B7E856F7-7E69-CC01-CEA5-B62B04B9F3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7766" y="3589444"/>
            <a:ext cx="3268556" cy="3268556"/>
          </a:xfrm>
          <a:prstGeom prst="rect">
            <a:avLst/>
          </a:prstGeom>
        </p:spPr>
      </p:pic>
      <p:pic>
        <p:nvPicPr>
          <p:cNvPr id="1026" name="Picture 2" descr="Solar System Miniature - Official Eternal Return Wiki">
            <a:extLst>
              <a:ext uri="{FF2B5EF4-FFF2-40B4-BE49-F238E27FC236}">
                <a16:creationId xmlns:a16="http://schemas.microsoft.com/office/drawing/2014/main" id="{537B4F72-07DA-2A7A-97BF-15485B19C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665" y="1786663"/>
            <a:ext cx="243840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생성된 이미지">
            <a:extLst>
              <a:ext uri="{FF2B5EF4-FFF2-40B4-BE49-F238E27FC236}">
                <a16:creationId xmlns:a16="http://schemas.microsoft.com/office/drawing/2014/main" id="{BF1AEBE8-02DC-099E-F148-D1906778C1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1143" y="4469538"/>
            <a:ext cx="2217235" cy="221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3CE0D7-7C1A-2BAC-2E6E-C8308F952A2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2407" y="3429000"/>
            <a:ext cx="2822571" cy="282257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9618EF0-A7D4-C29C-60DF-93B09501A94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85756" y="336067"/>
            <a:ext cx="1514897" cy="151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973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re Light Circle, Fire, Light, Circle PNG Transparent Image and Clipart  for Free Download">
            <a:extLst>
              <a:ext uri="{FF2B5EF4-FFF2-40B4-BE49-F238E27FC236}">
                <a16:creationId xmlns:a16="http://schemas.microsoft.com/office/drawing/2014/main" id="{F7013D8A-4358-5E52-6D39-03AFD5536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09" y="138546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원형: 비어 있음 1">
            <a:extLst>
              <a:ext uri="{FF2B5EF4-FFF2-40B4-BE49-F238E27FC236}">
                <a16:creationId xmlns:a16="http://schemas.microsoft.com/office/drawing/2014/main" id="{E10091F2-DAF9-F1F5-57ED-5F4363A18988}"/>
              </a:ext>
            </a:extLst>
          </p:cNvPr>
          <p:cNvSpPr/>
          <p:nvPr/>
        </p:nvSpPr>
        <p:spPr>
          <a:xfrm>
            <a:off x="5770485" y="1455938"/>
            <a:ext cx="1642369" cy="1642369"/>
          </a:xfrm>
          <a:prstGeom prst="donut">
            <a:avLst>
              <a:gd name="adj" fmla="val 2400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199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633</TotalTime>
  <Words>0</Words>
  <Application>Microsoft Office PowerPoint</Application>
  <PresentationFormat>와이드스크린</PresentationFormat>
  <Paragraphs>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한결 장</dc:creator>
  <cp:lastModifiedBy>한결 장</cp:lastModifiedBy>
  <cp:revision>10</cp:revision>
  <dcterms:created xsi:type="dcterms:W3CDTF">2024-08-07T12:51:05Z</dcterms:created>
  <dcterms:modified xsi:type="dcterms:W3CDTF">2025-05-13T11:27:10Z</dcterms:modified>
</cp:coreProperties>
</file>